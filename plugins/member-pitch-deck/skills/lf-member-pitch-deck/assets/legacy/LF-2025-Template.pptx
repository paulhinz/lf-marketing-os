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Open Sans Medium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39ABDA-1D05-4A32-9885-EBF284481C0D}">
  <a:tblStyle styleId="{6A39ABDA-1D05-4A32-9885-EBF284481C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OpenSansMedium-bold.fntdata"/><Relationship Id="rId10" Type="http://schemas.openxmlformats.org/officeDocument/2006/relationships/slide" Target="slides/slide4.xml"/><Relationship Id="rId32" Type="http://schemas.openxmlformats.org/officeDocument/2006/relationships/font" Target="fonts/OpenSansMedium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Medium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63082ea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63082ea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2f11d87f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f2f11d87f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63082ea0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63082ea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63082ea0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63082ea0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bcf855234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bcf855234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cf85523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cf85523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2f11d87f2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2f11d87f2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2f11d87f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2f11d87f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2f11d87f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2f11d87f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2f11d87f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2f11d87f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63082ea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63082ea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63082ea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63082ea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cfddd68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cfddd68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63082ea0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63082ea0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63082ea0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63082ea0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3082ea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3082ea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63082ea0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63082ea0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2f11d87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2f11d87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2f11d87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2f11d87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2f11d87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f2f11d87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01da415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01da415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type="title">
  <p:cSld name="TITLE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93"/>
            <a:ext cx="1404726" cy="4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">
  <p:cSld name="TITLE_2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48"/>
            <a:ext cx="1404726" cy="46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Image">
  <p:cSld name="TITLE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93"/>
            <a:ext cx="1404726" cy="4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" name="Google Shape;24;p4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Image">
  <p:cSld name="CUSTOM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5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48"/>
            <a:ext cx="1404726" cy="4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">
  <p:cSld name="TITLE_1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">
  <p:cSld name="CUSTOM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 1">
  <p:cSld name="TITLE_1_1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 1">
  <p:cSld name="CUSTOM_1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9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ark" type="secHead">
  <p:cSld name="SECTION_HEADER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Dark">
  <p:cSld name="SECTION_HEADER_3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4" name="Google Shape;64;p11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5" name="Google Shape;65;p11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6" name="Google Shape;66;p11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Light">
  <p:cSld name="SECTION_HEADER_3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2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2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12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2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76" name="Google Shape;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ight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Point">
  <p:cSld name="SECTION_HEADER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1121550"/>
            <a:ext cx="4022700" cy="29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3D3E5B"/>
              </a:gs>
              <a:gs pos="100000">
                <a:srgbClr val="100F1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4FF"/>
              </a:solidFill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867700" y="1152475"/>
            <a:ext cx="396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Heavy Content">
  <p:cSld name="TITLE_AND_BOD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Heavy Content">
  <p:cSld name="TITLE_AND_BODY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7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Image">
  <p:cSld name="TITLE_AND_TWO_COLUMNS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5188325" y="1165975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1">
  <p:cSld name="TITLE_2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03825" y="2055060"/>
            <a:ext cx="3136350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74" name="Google Shape;174;p2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182" name="Google Shape;182;p29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183" name="Google Shape;183;p29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184" name="Google Shape;184;p29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0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192" name="Google Shape;192;p30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193" name="Google Shape;193;p30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194" name="Google Shape;194;p30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5" name="Google Shape;225;p35"/>
          <p:cNvGraphicFramePr/>
          <p:nvPr/>
        </p:nvGraphicFramePr>
        <p:xfrm>
          <a:off x="311700" y="12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{6A39ABDA-1D05-4A32-9885-EBF284481C0D}</a:tableStyleId>
              </a:tblPr>
              <a:tblGrid>
                <a:gridCol w="740350"/>
                <a:gridCol w="5729675"/>
                <a:gridCol w="2050575"/>
              </a:tblGrid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Time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Topic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Lead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</a:tr>
              <a:tr h="25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Heavy Variants</a:t>
            </a:r>
            <a:endParaRPr/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2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F 2024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C02"/>
      </a:accent4>
      <a:accent5>
        <a:srgbClr val="0097A7"/>
      </a:accent5>
      <a:accent6>
        <a:srgbClr val="CCCCCC"/>
      </a:accent6>
      <a:hlink>
        <a:srgbClr val="4285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