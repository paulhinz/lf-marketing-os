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Open Sans Medium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D73BA8-7C10-41D1-AE30-D885B9EB9730}">
  <a:tblStyle styleId="{65D73BA8-7C10-41D1-AE30-D885B9EB97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OpenSansMedium-bold.fntdata"/><Relationship Id="rId10" Type="http://schemas.openxmlformats.org/officeDocument/2006/relationships/slide" Target="slides/slide4.xml"/><Relationship Id="rId32" Type="http://schemas.openxmlformats.org/officeDocument/2006/relationships/font" Target="fonts/OpenSansMedium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Medium-italic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1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Open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63082ea0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b63082ea0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f2f11d87f2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f2f11d87f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63082ea0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b63082ea0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63082ea0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63082ea0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bcf855234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bcf855234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bcf855234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bcf855234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f2f11d87f2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f2f11d87f2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f2f11d87f2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f2f11d87f2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2f11d87f2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2f11d87f2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2f11d87f2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f2f11d87f2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b63082ea0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b63082ea0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63082ea0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b63082ea0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bcfddd68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bcfddd68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63082ea0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b63082ea0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63082ea0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63082ea0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63082ea0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63082ea0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63082ea0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b63082ea0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2f11d87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f2f11d87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f2f11d87f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f2f11d87f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f2f11d87f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f2f11d87f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01da415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d01da415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" type="title">
  <p:cSld name="TITLE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93"/>
            <a:ext cx="1404726" cy="4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">
  <p:cSld name="TITLE_2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48"/>
            <a:ext cx="1404726" cy="462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Image">
  <p:cSld name="TITLE_1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93"/>
            <a:ext cx="1404726" cy="46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2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4" name="Google Shape;24;p4"/>
          <p:cNvSpPr/>
          <p:nvPr>
            <p:ph idx="3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Image">
  <p:cSld name="CUSTOM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5"/>
          <p:cNvSpPr/>
          <p:nvPr/>
        </p:nvSpPr>
        <p:spPr>
          <a:xfrm>
            <a:off x="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300" y="774548"/>
            <a:ext cx="1404726" cy="46282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None/>
              <a:defRPr b="0">
                <a:solidFill>
                  <a:srgbClr val="0094FF"/>
                </a:solidFill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94FF"/>
              </a:buClr>
              <a:buSzPts val="2800"/>
              <a:buFont typeface="Open Sans"/>
              <a:buNone/>
              <a:defRPr>
                <a:solidFill>
                  <a:srgbClr val="0094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Small Image">
  <p:cSld name="TITLE_1_1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">
  <p:cSld name="CUSTOM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7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41" name="Google Shape;41;p7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ark Small Image 1">
  <p:cSld name="TITLE_1_1_1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buNone/>
              <a:defRPr sz="13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8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Small Image 1">
  <p:cSld name="CUSTOM_1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9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  <a:noFill/>
          <a:ln>
            <a:noFill/>
          </a:ln>
        </p:spPr>
      </p:sp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ark" type="secHead">
  <p:cSld name="SECTION_HEADER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Medium"/>
              <a:buNone/>
              <a:defRPr b="0" sz="36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7" name="Google Shape;5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Dark">
  <p:cSld name="SECTION_HEADER_3">
    <p:bg>
      <p:bgPr>
        <a:gradFill>
          <a:gsLst>
            <a:gs pos="0">
              <a:srgbClr val="3D3E5B"/>
            </a:gs>
            <a:gs pos="100000">
              <a:srgbClr val="100F18"/>
            </a:gs>
          </a:gsLst>
          <a:lin ang="0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Open Sans Medium"/>
              <a:buNone/>
              <a:defRPr b="0" sz="2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1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1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4" name="Google Shape;64;p11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5" name="Google Shape;65;p11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6" name="Google Shape;66;p11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 Light">
  <p:cSld name="SECTION_HEADER_3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700"/>
              <a:buFont typeface="Open Sans Medium"/>
              <a:buNone/>
              <a:defRPr b="0" sz="27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2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1" name="Google Shape;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2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12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12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76" name="Google Shape;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Light">
  <p:cSld name="SECTION_HEADER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Point">
  <p:cSld name="SECTION_HEADER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1121550"/>
            <a:ext cx="4022700" cy="290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Open Sans Medium"/>
              <a:buNone/>
              <a:defRPr b="0" sz="3600"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gradFill>
            <a:gsLst>
              <a:gs pos="0">
                <a:srgbClr val="3D3E5B"/>
              </a:gs>
              <a:gs pos="100000">
                <a:srgbClr val="100F1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94FF"/>
              </a:solidFill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867700" y="1152475"/>
            <a:ext cx="396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●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○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Char char="■"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Heavy Content">
  <p:cSld name="TITLE_AND_BODY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233225" y="845016"/>
            <a:ext cx="86874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Heavy Content">
  <p:cSld name="TITLE_AND_BODY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239025" y="845025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7"/>
          <p:cNvSpPr txBox="1"/>
          <p:nvPr>
            <p:ph idx="2" type="body"/>
          </p:nvPr>
        </p:nvSpPr>
        <p:spPr>
          <a:xfrm>
            <a:off x="4676250" y="852113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Image">
  <p:cSld name="TITLE_AND_TWO_COLUMNS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5188325" y="1165975"/>
            <a:ext cx="3389400" cy="338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225" y="4648249"/>
            <a:ext cx="862724" cy="2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0" y="-3425"/>
            <a:ext cx="9155400" cy="633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ight 1">
  <p:cSld name="TITLE_2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-5700" y="0"/>
            <a:ext cx="9155400" cy="91800"/>
          </a:xfrm>
          <a:prstGeom prst="rect">
            <a:avLst/>
          </a:prstGeom>
          <a:gradFill>
            <a:gsLst>
              <a:gs pos="0">
                <a:srgbClr val="0094FF"/>
              </a:gs>
              <a:gs pos="50000">
                <a:srgbClr val="12E2E2"/>
              </a:gs>
              <a:gs pos="100000">
                <a:srgbClr val="003778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03825" y="2055060"/>
            <a:ext cx="3136350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D3E5B"/>
              </a:buClr>
              <a:buSzPts val="2800"/>
              <a:buFont typeface="Open Sans Medium"/>
              <a:buNone/>
              <a:defRPr sz="2800">
                <a:solidFill>
                  <a:srgbClr val="3D3E5B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483275" y="1595000"/>
            <a:ext cx="79230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2" type="title"/>
          </p:nvPr>
        </p:nvSpPr>
        <p:spPr>
          <a:xfrm>
            <a:off x="483275" y="3359900"/>
            <a:ext cx="7923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2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>
            <p:ph idx="3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/>
          <p:nvPr>
            <p:ph idx="2" type="pic"/>
          </p:nvPr>
        </p:nvSpPr>
        <p:spPr>
          <a:xfrm>
            <a:off x="5183725" y="899100"/>
            <a:ext cx="3389400" cy="3389400"/>
          </a:xfrm>
          <a:prstGeom prst="roundRect">
            <a:avLst>
              <a:gd fmla="val 16667" name="adj"/>
            </a:avLst>
          </a:prstGeom>
        </p:spPr>
      </p:sp>
      <p:sp>
        <p:nvSpPr>
          <p:cNvPr id="158" name="Google Shape;158;p26"/>
          <p:cNvSpPr txBox="1"/>
          <p:nvPr>
            <p:ph type="title"/>
          </p:nvPr>
        </p:nvSpPr>
        <p:spPr>
          <a:xfrm>
            <a:off x="483275" y="1595000"/>
            <a:ext cx="3970800" cy="17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>
            <p:ph idx="3" type="title"/>
          </p:nvPr>
        </p:nvSpPr>
        <p:spPr>
          <a:xfrm>
            <a:off x="483275" y="3359900"/>
            <a:ext cx="397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</p:spPr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92475" y="1039050"/>
            <a:ext cx="3970800" cy="30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/>
          <p:nvPr>
            <p:ph idx="2" type="pic"/>
          </p:nvPr>
        </p:nvSpPr>
        <p:spPr>
          <a:xfrm>
            <a:off x="6210575" y="1576650"/>
            <a:ext cx="1990200" cy="1990200"/>
          </a:xfrm>
          <a:prstGeom prst="roundRect">
            <a:avLst>
              <a:gd fmla="val 16667" name="adj"/>
            </a:avLst>
          </a:prstGeom>
        </p:spPr>
      </p:sp>
      <p:sp>
        <p:nvSpPr>
          <p:cNvPr id="174" name="Google Shape;174;p2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9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</p:spPr>
      </p:sp>
      <p:sp>
        <p:nvSpPr>
          <p:cNvPr id="182" name="Google Shape;182;p29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</p:spPr>
      </p:sp>
      <p:sp>
        <p:nvSpPr>
          <p:cNvPr id="183" name="Google Shape;183;p29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</p:spPr>
      </p:sp>
      <p:sp>
        <p:nvSpPr>
          <p:cNvPr id="184" name="Google Shape;184;p29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569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0"/>
          <p:cNvSpPr/>
          <p:nvPr>
            <p:ph idx="2" type="pic"/>
          </p:nvPr>
        </p:nvSpPr>
        <p:spPr>
          <a:xfrm>
            <a:off x="459675" y="1974813"/>
            <a:ext cx="1567500" cy="1567500"/>
          </a:xfrm>
          <a:prstGeom prst="ellipse">
            <a:avLst/>
          </a:prstGeom>
        </p:spPr>
      </p:sp>
      <p:sp>
        <p:nvSpPr>
          <p:cNvPr id="192" name="Google Shape;192;p30"/>
          <p:cNvSpPr/>
          <p:nvPr>
            <p:ph idx="3" type="pic"/>
          </p:nvPr>
        </p:nvSpPr>
        <p:spPr>
          <a:xfrm>
            <a:off x="2559475" y="1974813"/>
            <a:ext cx="1567500" cy="1567500"/>
          </a:xfrm>
          <a:prstGeom prst="ellipse">
            <a:avLst/>
          </a:prstGeom>
        </p:spPr>
      </p:sp>
      <p:sp>
        <p:nvSpPr>
          <p:cNvPr id="193" name="Google Shape;193;p30"/>
          <p:cNvSpPr/>
          <p:nvPr>
            <p:ph idx="4" type="pic"/>
          </p:nvPr>
        </p:nvSpPr>
        <p:spPr>
          <a:xfrm>
            <a:off x="4659275" y="1974813"/>
            <a:ext cx="1567500" cy="1567500"/>
          </a:xfrm>
          <a:prstGeom prst="ellipse">
            <a:avLst/>
          </a:prstGeom>
        </p:spPr>
      </p:sp>
      <p:sp>
        <p:nvSpPr>
          <p:cNvPr id="194" name="Google Shape;194;p30"/>
          <p:cNvSpPr/>
          <p:nvPr>
            <p:ph idx="5" type="pic"/>
          </p:nvPr>
        </p:nvSpPr>
        <p:spPr>
          <a:xfrm>
            <a:off x="6759075" y="1974813"/>
            <a:ext cx="1567500" cy="1567500"/>
          </a:xfrm>
          <a:prstGeom prst="ellipse">
            <a:avLst/>
          </a:prstGeom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436075"/>
            <a:ext cx="4265700" cy="44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/>
          <p:nvPr>
            <p:ph idx="2" type="pic"/>
          </p:nvPr>
        </p:nvSpPr>
        <p:spPr>
          <a:xfrm>
            <a:off x="4881500" y="96525"/>
            <a:ext cx="4265700" cy="5046900"/>
          </a:xfrm>
          <a:prstGeom prst="rect">
            <a:avLst/>
          </a:prstGeom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5" name="Google Shape;225;p35"/>
          <p:cNvGraphicFramePr/>
          <p:nvPr/>
        </p:nvGraphicFramePr>
        <p:xfrm>
          <a:off x="311700" y="126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{65D73BA8-7C10-41D1-AE30-D885B9EB9730}</a:tableStyleId>
              </a:tblPr>
              <a:tblGrid>
                <a:gridCol w="740350"/>
                <a:gridCol w="5729675"/>
                <a:gridCol w="2050575"/>
              </a:tblGrid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Time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Topic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Lead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285F4"/>
                    </a:solidFill>
                  </a:tcPr>
                </a:tc>
              </a:tr>
              <a:tr h="25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Heavy Variants</a:t>
            </a:r>
            <a:endParaRPr/>
          </a:p>
        </p:txBody>
      </p:sp>
      <p:sp>
        <p:nvSpPr>
          <p:cNvPr id="258" name="Google Shape;25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233225" y="845016"/>
            <a:ext cx="86874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50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239037" y="192200"/>
            <a:ext cx="868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239025" y="845025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2"/>
          <p:cNvSpPr txBox="1"/>
          <p:nvPr>
            <p:ph idx="2" type="body"/>
          </p:nvPr>
        </p:nvSpPr>
        <p:spPr>
          <a:xfrm>
            <a:off x="4676250" y="852113"/>
            <a:ext cx="4344900" cy="3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F 2024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C02"/>
      </a:accent4>
      <a:accent5>
        <a:srgbClr val="0097A7"/>
      </a:accent5>
      <a:accent6>
        <a:srgbClr val="CCCCCC"/>
      </a:accent6>
      <a:hlink>
        <a:srgbClr val="4285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